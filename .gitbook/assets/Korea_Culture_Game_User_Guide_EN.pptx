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eaa1a0-31ea-4de8-82a7-b4ecb3c212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Arial"/>
              </a:rPr>
              <a:t>Korea Culture Game Play</a:t>
            </a:r>
          </a:p>
          <a:p>
            <a:pPr/>
            <a:r>
              <a:rPr sz="2000">
                <a:latin typeface="Arial"/>
              </a:rPr>
              <a:t>Creating a Wallet</a:t>
            </a:r>
          </a:p>
          <a:p>
            <a:pPr/>
            <a:r>
              <a:rPr sz="2000">
                <a:latin typeface="Arial"/>
              </a:rPr>
              <a:t>Connecting Wallet (Game to Wallet)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Korea Culture Game Play – 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Arial"/>
              </a:rPr>
              <a:t>Ruby: Current 'Ruby' holdings.</a:t>
            </a:r>
          </a:p>
          <a:p>
            <a:pPr/>
            <a:r>
              <a:rPr sz="2000">
                <a:latin typeface="Arial"/>
              </a:rPr>
              <a:t>Point: Current 'Point' holdings.</a:t>
            </a:r>
          </a:p>
          <a:p>
            <a:pPr/>
            <a:r>
              <a:rPr sz="2000">
                <a:latin typeface="Arial"/>
              </a:rPr>
              <a:t>HP: Current maximum 'HP' holdings.</a:t>
            </a:r>
          </a:p>
          <a:p>
            <a:pPr/>
            <a:r>
              <a:rPr sz="2000">
                <a:latin typeface="Arial"/>
              </a:rPr>
              <a:t>TOUCH: Tap to move characters (multi-finger support).</a:t>
            </a:r>
          </a:p>
          <a:p>
            <a:pPr/>
            <a:r>
              <a:rPr sz="2000">
                <a:latin typeface="Arial"/>
              </a:rPr>
              <a:t>AUTO OFF/ON: Tap to toggle 'Auto' game mode.</a:t>
            </a:r>
          </a:p>
          <a:p>
            <a:pPr/>
            <a:r>
              <a:rPr sz="2000">
                <a:latin typeface="Arial"/>
              </a:rPr>
              <a:t>earn: Game Screen.</a:t>
            </a:r>
          </a:p>
          <a:p>
            <a:pPr/>
            <a:r>
              <a:rPr sz="2000">
                <a:latin typeface="Arial"/>
              </a:rPr>
              <a:t>exchange: Exchanging points or tokens.</a:t>
            </a:r>
          </a:p>
          <a:p>
            <a:pPr/>
            <a:r>
              <a:rPr sz="2000">
                <a:latin typeface="Arial"/>
              </a:rPr>
              <a:t>boost: Upgrading a character's abilities.</a:t>
            </a:r>
          </a:p>
          <a:p>
            <a:pPr/>
            <a:r>
              <a:rPr sz="2000">
                <a:latin typeface="Arial"/>
              </a:rPr>
              <a:t>point: Earning points.</a:t>
            </a:r>
          </a:p>
          <a:p>
            <a:pPr/>
            <a:r>
              <a:rPr sz="2000">
                <a:latin typeface="Arial"/>
              </a:rPr>
              <a:t>help: Get answers to your questions on our homepage.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Korea Culture Game Play – Exchange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Arial"/>
              </a:rPr>
              <a:t>Exchange your points for KCG.</a:t>
            </a:r>
          </a:p>
          <a:p>
            <a:pPr/>
            <a:r>
              <a:rPr sz="2000">
                <a:latin typeface="Arial"/>
              </a:rPr>
              <a:t>When entering points, you will see KCG available for redemption.</a:t>
            </a:r>
          </a:p>
          <a:p>
            <a:pPr/>
            <a:r>
              <a:rPr sz="2000">
                <a:latin typeface="Arial"/>
              </a:rPr>
              <a:t>Enter wallet address and click Confirm button to send KCG.</a:t>
            </a:r>
          </a:p>
          <a:p>
            <a:pPr/>
            <a:r>
              <a:rPr sz="2000">
                <a:latin typeface="Arial"/>
              </a:rPr>
              <a:t>Exchange your KCG holdings for points.</a:t>
            </a:r>
          </a:p>
          <a:p>
            <a:pPr/>
            <a:r>
              <a:rPr sz="2000">
                <a:latin typeface="Arial"/>
              </a:rPr>
              <a:t>When entering KCG, you will see the points available for redemption.</a:t>
            </a:r>
          </a:p>
          <a:p>
            <a:pPr/>
            <a:r>
              <a:rPr sz="2000">
                <a:latin typeface="Arial"/>
              </a:rPr>
              <a:t>If the wallet created through the user guide does not have KCG, it will not be displayed.</a:t>
            </a:r>
          </a:p>
          <a:p>
            <a:pPr/>
            <a:r>
              <a:rPr sz="2000">
                <a:latin typeface="Arial"/>
              </a:rPr>
              <a:t>If you don't have KCG, you can transfer KCG to a wallet created through the user guide (try sending KCG using a different wallet address).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Korea Culture Game Play – Boost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Arial"/>
              </a:rPr>
              <a:t>HP: Options to increase HP.</a:t>
            </a:r>
          </a:p>
          <a:p>
            <a:pPr/>
            <a:r>
              <a:rPr sz="2000">
                <a:latin typeface="Arial"/>
              </a:rPr>
              <a:t>Multi tap: Options to increase points with a single tap.</a:t>
            </a:r>
          </a:p>
          <a:p>
            <a:pPr/>
            <a:r>
              <a:rPr sz="2000">
                <a:latin typeface="Arial"/>
              </a:rPr>
              <a:t>Assist: Option to increase your character's speed by up to 4x.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Korea Culture Game Play –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Arial"/>
              </a:rPr>
              <a:t>Mission: Earn 10,000 points for watching ads.</a:t>
            </a:r>
          </a:p>
          <a:p>
            <a:pPr/>
            <a:r>
              <a:rPr sz="2000">
                <a:latin typeface="Arial"/>
              </a:rPr>
              <a:t>Referral: Earn 50,000 points for inviting friends.</a:t>
            </a:r>
          </a:p>
          <a:p>
            <a:pPr/>
            <a:r>
              <a:rPr sz="2000">
                <a:latin typeface="Arial"/>
              </a:rPr>
              <a:t>Buying Ruby: Buy Ruby with TON coin.</a:t>
            </a:r>
          </a:p>
          <a:p>
            <a:pPr/>
            <a:r>
              <a:rPr sz="2000">
                <a:latin typeface="Arial"/>
              </a:rPr>
              <a:t>Ruby is used to level up at levels 50, 55, 60, 65, 70, 75, 80, 85, 90, 95, 100 (intermediate laps are leveled with points).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Creating a Wallet – Step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Arial"/>
              </a:rPr>
              <a:t>Search for @wallet and click START.</a:t>
            </a:r>
          </a:p>
          <a:p>
            <a:pPr/>
            <a:r>
              <a:rPr sz="2000">
                <a:latin typeface="Arial"/>
              </a:rPr>
              <a:t>Click the Open Wallet button.</a:t>
            </a:r>
          </a:p>
          <a:p>
            <a:pPr/>
            <a:r>
              <a:rPr sz="2000">
                <a:latin typeface="Arial"/>
              </a:rPr>
              <a:t>Agree and move on to the next step.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Creating a Wallet – Step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Arial"/>
              </a:rPr>
              <a:t>Click the Let's go button.</a:t>
            </a:r>
          </a:p>
          <a:p>
            <a:pPr/>
            <a:r>
              <a:rPr sz="2000">
                <a:latin typeface="Arial"/>
              </a:rPr>
              <a:t>Select TON Space and click Create New Wallet button.</a:t>
            </a:r>
          </a:p>
          <a:p>
            <a:pPr/>
            <a:r>
              <a:rPr sz="2000">
                <a:latin typeface="Arial"/>
              </a:rPr>
              <a:t>Click Back Up via Email button.</a:t>
            </a:r>
          </a:p>
          <a:p>
            <a:pPr/>
            <a:r>
              <a:rPr sz="2000">
                <a:latin typeface="Arial"/>
              </a:rPr>
              <a:t>Input your email and click Continue button.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Creating a Wallet – Step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Arial"/>
              </a:rPr>
              <a:t>Check your email and enter your email code.</a:t>
            </a:r>
          </a:p>
          <a:p>
            <a:pPr/>
            <a:r>
              <a:rPr sz="2000">
                <a:latin typeface="Arial"/>
              </a:rPr>
              <a:t>Click View TON Space button.</a:t>
            </a:r>
          </a:p>
          <a:p>
            <a:pPr/>
            <a:r>
              <a:rPr sz="2000">
                <a:latin typeface="Arial"/>
              </a:rPr>
              <a:t>Check the created wallet.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Connecting Wallet (Game to Wallet)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Arial"/>
              </a:rPr>
              <a:t>Click Connect Wallet button in the Buying Ruby category.</a:t>
            </a:r>
          </a:p>
          <a:p>
            <a:pPr/>
            <a:r>
              <a:rPr sz="2000">
                <a:latin typeface="Arial"/>
              </a:rPr>
              <a:t>Click Connect Wallet in Telegram button.</a:t>
            </a:r>
          </a:p>
          <a:p>
            <a:pPr/>
            <a:r>
              <a:rPr sz="2000">
                <a:latin typeface="Arial"/>
              </a:rPr>
              <a:t>Click Connect button.</a:t>
            </a:r>
          </a:p>
          <a:p>
            <a:pPr/>
            <a:r>
              <a:rPr sz="2000">
                <a:latin typeface="Arial"/>
              </a:rPr>
              <a:t>Wallet is connected.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